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InsightFlow - Automated Insights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Clicks: 100</a:t>
            </a:r>
          </a:p>
          <a:p>
            <a:r>
              <a:t>Total Impressions: 1525</a:t>
            </a:r>
          </a:p>
          <a:p>
            <a:r>
              <a:t>Total Revenue: $121.00</a:t>
            </a:r>
          </a:p>
          <a:p>
            <a:r>
              <a:t>CTR: 6.56%</a:t>
            </a:r>
          </a:p>
          <a:p>
            <a:r>
              <a:t>Latest Day (2025-11-25) Clicks: 9</a:t>
            </a:r>
          </a:p>
          <a:p/>
          <a:p>
            <a:r>
              <a:t>Recommendation: Focus on the days with highest clicks to maximize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Clicks Chart</a:t>
            </a:r>
          </a:p>
        </p:txBody>
      </p:sp>
      <p:pic>
        <p:nvPicPr>
          <p:cNvPr id="3" name="Picture 2" descr="daily_cli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CTR Trend</a:t>
            </a:r>
          </a:p>
        </p:txBody>
      </p:sp>
      <p:pic>
        <p:nvPicPr>
          <p:cNvPr id="3" name="Picture 2" descr="ctr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Trend</a:t>
            </a:r>
          </a:p>
        </p:txBody>
      </p:sp>
      <p:pic>
        <p:nvPicPr>
          <p:cNvPr id="3" name="Picture 2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